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 SemiBold"/>
      <p:regular r:id="rId10"/>
      <p:bold r:id="rId11"/>
      <p:italic r:id="rId12"/>
      <p:boldItalic r:id="rId13"/>
    </p:embeddedFont>
    <p:embeddedFont>
      <p:font typeface="Montserrat"/>
      <p:regular r:id="rId14"/>
      <p:bold r:id="rId15"/>
      <p:italic r:id="rId16"/>
      <p:boldItalic r:id="rId17"/>
    </p:embeddedFont>
    <p:embeddedFont>
      <p:font typeface="Montserrat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italic.fntdata"/><Relationship Id="rId11" Type="http://schemas.openxmlformats.org/officeDocument/2006/relationships/font" Target="fonts/MontserratSemiBold-bold.fntdata"/><Relationship Id="rId10" Type="http://schemas.openxmlformats.org/officeDocument/2006/relationships/font" Target="fonts/MontserratSemiBold-regular.fntdata"/><Relationship Id="rId21" Type="http://schemas.openxmlformats.org/officeDocument/2006/relationships/font" Target="fonts/MontserratMedium-boldItalic.fntdata"/><Relationship Id="rId13" Type="http://schemas.openxmlformats.org/officeDocument/2006/relationships/font" Target="fonts/MontserratSemiBold-boldItalic.fntdata"/><Relationship Id="rId12" Type="http://schemas.openxmlformats.org/officeDocument/2006/relationships/font" Target="fonts/Montserra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Medium-bold.fntdata"/><Relationship Id="rId6" Type="http://schemas.openxmlformats.org/officeDocument/2006/relationships/slide" Target="slides/slide1.xml"/><Relationship Id="rId18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2fb68661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2fb68661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fadcc880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bfadcc880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</a:t>
            </a: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20" name="Google Shape;120;p16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123" name="Google Shape;123;p16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26" name="Google Shape;126;p16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