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Roboto Mono Medium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MonoMedium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RobotoMonoMedium-bold.fntdata"/><Relationship Id="rId18" Type="http://schemas.openxmlformats.org/officeDocument/2006/relationships/font" Target="fonts/RobotoMon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71f19171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c71f19171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3f90cc91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73f90cc91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3f90cc91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c73f90cc91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73f90cc91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c73f90cc91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73f90cc91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c73f90cc91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73f90cc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c73f90cc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8725" y="631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“Evolution of the Programmer in 2024–2026” by Steve Yegge</a:t>
            </a:r>
            <a:endParaRPr sz="1200"/>
          </a:p>
        </p:txBody>
      </p:sp>
      <p:grpSp>
        <p:nvGrpSpPr>
          <p:cNvPr id="98" name="Google Shape;98;p16"/>
          <p:cNvGrpSpPr/>
          <p:nvPr/>
        </p:nvGrpSpPr>
        <p:grpSpPr>
          <a:xfrm>
            <a:off x="94750" y="448650"/>
            <a:ext cx="1203000" cy="1206000"/>
            <a:chOff x="94750" y="448650"/>
            <a:chExt cx="1203000" cy="1206000"/>
          </a:xfrm>
        </p:grpSpPr>
        <p:sp>
          <p:nvSpPr>
            <p:cNvPr id="99" name="Google Shape;99;p16"/>
            <p:cNvSpPr/>
            <p:nvPr/>
          </p:nvSpPr>
          <p:spPr>
            <a:xfrm>
              <a:off x="947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126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94750" y="862425"/>
              <a:ext cx="1203000" cy="4617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ChatGPT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AI auto-complete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1345900" y="448650"/>
            <a:ext cx="1203000" cy="1206000"/>
            <a:chOff x="1345900" y="448650"/>
            <a:chExt cx="1203000" cy="1206000"/>
          </a:xfrm>
        </p:grpSpPr>
        <p:sp>
          <p:nvSpPr>
            <p:cNvPr id="103" name="Google Shape;103;p16"/>
            <p:cNvSpPr/>
            <p:nvPr/>
          </p:nvSpPr>
          <p:spPr>
            <a:xfrm>
              <a:off x="13459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3637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3459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asks permission before changes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2597050" y="448650"/>
            <a:ext cx="1203000" cy="1206000"/>
            <a:chOff x="2597050" y="448650"/>
            <a:chExt cx="1203000" cy="1206000"/>
          </a:xfrm>
        </p:grpSpPr>
        <p:sp>
          <p:nvSpPr>
            <p:cNvPr id="107" name="Google Shape;107;p16"/>
            <p:cNvSpPr/>
            <p:nvPr/>
          </p:nvSpPr>
          <p:spPr>
            <a:xfrm>
              <a:off x="25970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6149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3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597050" y="862425"/>
              <a:ext cx="1203000" cy="6003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YOLO mode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848200" y="448650"/>
            <a:ext cx="1203000" cy="1206000"/>
            <a:chOff x="3848200" y="448650"/>
            <a:chExt cx="1203000" cy="1206000"/>
          </a:xfrm>
        </p:grpSpPr>
        <p:sp>
          <p:nvSpPr>
            <p:cNvPr id="111" name="Google Shape;111;p16"/>
            <p:cNvSpPr/>
            <p:nvPr/>
          </p:nvSpPr>
          <p:spPr>
            <a:xfrm>
              <a:off x="38482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38660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4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38482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36000" spcFirstLastPara="1" rIns="36000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main window, YOLO mode, check diffs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94750" y="1692800"/>
            <a:ext cx="1203000" cy="1206000"/>
            <a:chOff x="94750" y="1692800"/>
            <a:chExt cx="1203000" cy="1206000"/>
          </a:xfrm>
        </p:grpSpPr>
        <p:sp>
          <p:nvSpPr>
            <p:cNvPr id="115" name="Google Shape;115;p16"/>
            <p:cNvSpPr/>
            <p:nvPr/>
          </p:nvSpPr>
          <p:spPr>
            <a:xfrm>
              <a:off x="94750" y="1692800"/>
              <a:ext cx="1203000" cy="12060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12600" y="1758363"/>
              <a:ext cx="1167300" cy="4002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5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94750" y="2258975"/>
              <a:ext cx="1203000" cy="6003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CLI, YOLO, diffs scroll by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1345900" y="1692800"/>
            <a:ext cx="1203000" cy="1206000"/>
            <a:chOff x="1345900" y="1692800"/>
            <a:chExt cx="1203000" cy="1206000"/>
          </a:xfrm>
        </p:grpSpPr>
        <p:sp>
          <p:nvSpPr>
            <p:cNvPr id="119" name="Google Shape;119;p16"/>
            <p:cNvSpPr/>
            <p:nvPr/>
          </p:nvSpPr>
          <p:spPr>
            <a:xfrm>
              <a:off x="13459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3637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6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1345900" y="2258975"/>
              <a:ext cx="1203000" cy="4617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Multi-agent in CLI, 3-5 agents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2597050" y="1692800"/>
            <a:ext cx="1203000" cy="1206000"/>
            <a:chOff x="2597050" y="1692800"/>
            <a:chExt cx="1203000" cy="1206000"/>
          </a:xfrm>
        </p:grpSpPr>
        <p:sp>
          <p:nvSpPr>
            <p:cNvPr id="123" name="Google Shape;123;p16"/>
            <p:cNvSpPr/>
            <p:nvPr/>
          </p:nvSpPr>
          <p:spPr>
            <a:xfrm>
              <a:off x="259705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61490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7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59705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10+ agents in CLI manually managed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848200" y="1692800"/>
            <a:ext cx="1203000" cy="1206000"/>
            <a:chOff x="3848200" y="1692800"/>
            <a:chExt cx="1203000" cy="1206000"/>
          </a:xfrm>
        </p:grpSpPr>
        <p:sp>
          <p:nvSpPr>
            <p:cNvPr id="127" name="Google Shape;127;p16"/>
            <p:cNvSpPr/>
            <p:nvPr/>
          </p:nvSpPr>
          <p:spPr>
            <a:xfrm>
              <a:off x="38482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38660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8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384820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Agents orchestrate agents 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" y="2898800"/>
            <a:ext cx="4148992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Agent Teams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11650" y="1226166"/>
            <a:ext cx="1537800" cy="153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Coordinate </a:t>
            </a: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multiple</a:t>
            </a: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Claude Code instances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720700" y="1226166"/>
            <a:ext cx="1537800" cy="153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One acts as the Team Lead, assigning tasks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329750" y="1226166"/>
            <a:ext cx="1537800" cy="153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Team-mates work and interact independently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11650" y="3303925"/>
            <a:ext cx="1537800" cy="153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Parallel research; debug with different hypotheses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720700" y="3303925"/>
            <a:ext cx="1537800" cy="153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Own independent modules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329750" y="3303925"/>
            <a:ext cx="1537800" cy="153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Own different layers (frontend, backend, etc)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5150" y="6727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they are</a:t>
            </a:r>
            <a:endParaRPr sz="1200"/>
          </a:p>
        </p:txBody>
      </p:sp>
      <p:sp>
        <p:nvSpPr>
          <p:cNvPr id="143" name="Google Shape;143;p17"/>
          <p:cNvSpPr txBox="1"/>
          <p:nvPr/>
        </p:nvSpPr>
        <p:spPr>
          <a:xfrm>
            <a:off x="75150" y="2838075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to use them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Agent Teams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5150" y="6727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https://code.claude.com/docs/en/agent-teams</a:t>
            </a:r>
            <a:endParaRPr sz="1200"/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4400"/>
            <a:ext cx="5215792" cy="379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Instructions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81825" y="547125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 to settings.json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74075" y="975450"/>
            <a:ext cx="4509900" cy="129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12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"env": {</a:t>
            </a:r>
            <a:endParaRPr sz="12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"CLAUDE_CODE_EXPERIMENTAL_AGENT_TEAMS": "1"</a:t>
            </a:r>
            <a:endParaRPr sz="12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}</a:t>
            </a:r>
            <a:endParaRPr sz="12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"teammateMode": "in-process"</a:t>
            </a:r>
            <a:endParaRPr sz="12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74075" y="2379975"/>
            <a:ext cx="4383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Prompt Claude: “Create an agent team to…”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 Shift+Tab to delegate mode; also:</a:t>
            </a:r>
            <a:b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“Wait for your teammates to complete their tasks before proceeding”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4. Shift up+down to select team-mate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5. Commands to stop when complete:</a:t>
            </a:r>
            <a:b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“Ask the researcher teammate to shut down”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“Clean up the team”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73891" y="4707900"/>
            <a:ext cx="534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Invest in CLAUDE.md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 expect cost; be willing to start over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87" name="Google Shape;187;p20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90" name="Google Shape;190;p20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93" name="Google Shape;193;p20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